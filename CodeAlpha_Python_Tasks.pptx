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— CodeAlpha Internship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423160"/>
            <a:ext cx="41148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651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 Hangman Game   |   Task 2: Stock Portfolio Tracker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9319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931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|  2025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0" y="457200"/>
            <a:ext cx="3474720" cy="420624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685800"/>
            <a:ext cx="31089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 Tasks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[</a:t>
            </a:r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'python'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'hangman'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indent="0" marL="0">
              <a:buNone/>
            </a:pP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play_game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word </a:t>
            </a:r>
            <a:pPr indent="0" marL="0">
              <a:buNone/>
            </a:pPr>
            <a:r>
              <a:rPr lang="en-US" sz="110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random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.choice(</a:t>
            </a:r>
            <a:pPr indent="0" marL="0">
              <a:buNone/>
            </a:pP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word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Hangman Game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32004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45920"/>
            <a:ext cx="438912" cy="43891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459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Word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a secret word from a list of 10 predefined words using random.choice()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150876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1645920"/>
            <a:ext cx="438912" cy="43891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6459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1188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260604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runs in a while loop — continues until player wins or reaches 6 wrong guesses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150876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1645920"/>
            <a:ext cx="438912" cy="43891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6459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 Art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260604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Hangman figure drawn with ASCII characters — updates with every wrong guess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206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used: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60320" y="4206240"/>
            <a:ext cx="1234440" cy="320040"/>
          </a:xfrm>
          <a:prstGeom prst="roundRect">
            <a:avLst>
              <a:gd name="adj" fmla="val 17143"/>
            </a:avLst>
          </a:prstGeom>
          <a:solidFill>
            <a:srgbClr val="1E3A5F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0" y="42062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86200" y="4206240"/>
            <a:ext cx="1234440" cy="320040"/>
          </a:xfrm>
          <a:prstGeom prst="roundRect">
            <a:avLst>
              <a:gd name="adj" fmla="val 17143"/>
            </a:avLst>
          </a:prstGeom>
          <a:solidFill>
            <a:srgbClr val="1E3A5F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86200" y="42062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212080" y="4206240"/>
            <a:ext cx="1234440" cy="320040"/>
          </a:xfrm>
          <a:prstGeom prst="roundRect">
            <a:avLst>
              <a:gd name="adj" fmla="val 17143"/>
            </a:avLst>
          </a:prstGeom>
          <a:solidFill>
            <a:srgbClr val="1E3A5F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42062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if-else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37960" y="4206240"/>
            <a:ext cx="1234440" cy="320040"/>
          </a:xfrm>
          <a:prstGeom prst="roundRect">
            <a:avLst>
              <a:gd name="adj" fmla="val 17143"/>
            </a:avLst>
          </a:prstGeom>
          <a:solidFill>
            <a:srgbClr val="1E3A5F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42062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863840" y="4206240"/>
            <a:ext cx="1234440" cy="320040"/>
          </a:xfrm>
          <a:prstGeom prst="roundRect">
            <a:avLst>
              <a:gd name="adj" fmla="val 17143"/>
            </a:avLst>
          </a:prstGeom>
          <a:solidFill>
            <a:srgbClr val="1E3A5F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0" y="42062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Built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320040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7276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15727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List &amp; Random Pick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965960"/>
            <a:ext cx="3749040" cy="91440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116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 = ['python','hangman','coding']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 = random.choice(words)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57276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32120" y="15727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Guesses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83480" y="1965960"/>
            <a:ext cx="3749040" cy="91440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20116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guessed = []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wrong = 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max_wrong = 6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31012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33101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Word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3703320"/>
            <a:ext cx="3749040" cy="91440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7490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letter in word: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letter in guessed: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print(letter)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else: print('_')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0" y="320040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331012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32120" y="33101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Loop + Win/Lose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83480" y="3703320"/>
            <a:ext cx="3749040" cy="91440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37490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wrong &lt; max_wrong: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guess = input('Letter: 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guess in word: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correct!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else: wrong += 1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Portfolio Tracker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41148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0D2B1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72768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a stock tracker that calculates total investment using manually defined stock prices.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965960" cy="237744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46888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29718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333756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prices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{AAPL: 180, TSLA: 250,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GOOGL: 140, MSFT: 375}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97480" y="2331720"/>
            <a:ext cx="1965960" cy="237744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71800" y="246888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07208" y="29718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07208" y="333756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stock name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quantity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included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331720"/>
            <a:ext cx="1965960" cy="237744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246888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56048" y="29718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56048" y="333756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× quantity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stock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 sum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95160" y="2331720"/>
            <a:ext cx="1965960" cy="237744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69480" y="246888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69480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04888" y="29718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File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04888" y="333756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export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.txt or .csv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used: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60320" y="4663440"/>
            <a:ext cx="1554480" cy="320040"/>
          </a:xfrm>
          <a:prstGeom prst="roundRect">
            <a:avLst>
              <a:gd name="adj" fmla="val 17143"/>
            </a:avLst>
          </a:prstGeom>
          <a:solidFill>
            <a:srgbClr val="0D2B1F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0" y="46634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206240" y="4663440"/>
            <a:ext cx="1554480" cy="320040"/>
          </a:xfrm>
          <a:prstGeom prst="roundRect">
            <a:avLst>
              <a:gd name="adj" fmla="val 17143"/>
            </a:avLst>
          </a:prstGeom>
          <a:solidFill>
            <a:srgbClr val="0D2B1F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0" y="46634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input/output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852160" y="4663440"/>
            <a:ext cx="1554480" cy="320040"/>
          </a:xfrm>
          <a:prstGeom prst="roundRect">
            <a:avLst>
              <a:gd name="adj" fmla="val 17143"/>
            </a:avLst>
          </a:prstGeom>
          <a:solidFill>
            <a:srgbClr val="0D2B1F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52160" y="46634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498080" y="4663440"/>
            <a:ext cx="1554480" cy="320040"/>
          </a:xfrm>
          <a:prstGeom prst="roundRect">
            <a:avLst>
              <a:gd name="adj" fmla="val 17143"/>
            </a:avLst>
          </a:prstGeom>
          <a:solidFill>
            <a:srgbClr val="0D2B1F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0" y="46634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Built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32004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7276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15727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Prices Dictionary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965960"/>
            <a:ext cx="3749040" cy="91440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116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stock_prices =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'AAPL': 180,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'TSLA': 250,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'MSFT': 375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57276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32120" y="15727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User Input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83480" y="1965960"/>
            <a:ext cx="3749040" cy="91440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20116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 = input('Stock name: ').upper()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qty = int(input('Quantity: '))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stock not in stock_prices: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print('Not found!')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31012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33101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Value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3703320"/>
            <a:ext cx="3749040" cy="91440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7490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= stock_prices[stock]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= price * qty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+= value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print(f'Value: ${value}')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0" y="320040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331012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32120" y="33101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File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83480" y="3703320"/>
            <a:ext cx="3749040" cy="91440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37490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open('report.csv', 'w') as f: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writer = csv.writer(f)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writer.writerow(['Stock','Value'])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writer.writerow([stock, value])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Output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Output Examples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41148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Hangman Game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202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
</a:t>
            </a:r>
            <a:pPr indent="0" marL="0">
              <a:buNone/>
            </a:pPr>
            <a:r>
              <a:rPr lang="en-US" sz="950" b="1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WELCOME TO HANGMAN GAME!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
</a:t>
            </a:r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------
   |    |
   |    O
   |   /|\
   |
   |
--------
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Word: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_ t h o n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Guesses left: </a:t>
            </a:r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
</a:t>
            </a:r>
            <a:pPr indent="0" marL="0">
              <a:buNone/>
            </a:pPr>
            <a:r>
              <a:rPr lang="en-US" sz="950" dirty="0">
                <a:solidFill>
                  <a:srgbClr val="E24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Wrong: b, z, x
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a letter: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Correct! 'y' is in the word.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54880" y="1463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Stock Portfolio Tracker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828800"/>
            <a:ext cx="4114800" cy="2926080"/>
          </a:xfrm>
          <a:prstGeom prst="roundRect">
            <a:avLst>
              <a:gd name="adj" fmla="val 3125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92024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==================================================
</a:t>
            </a:r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STOCK PORTFOLIO TRACKER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==================================================
</a:t>
            </a:r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Stock    Shares   Price       Value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
</a:t>
            </a:r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AAPL     </a:t>
            </a:r>
            <a:pPr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   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$180        </a:t>
            </a:r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$1,800
</a:t>
            </a:r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TSLA     </a:t>
            </a:r>
            <a:pPr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    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$250        </a:t>
            </a:r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$1,250
</a:t>
            </a:r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MSFT     </a:t>
            </a:r>
            <a:pPr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  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$375        </a:t>
            </a:r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$1,125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INVESTMENT.............. </a:t>
            </a:r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$4,175
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 report? (yes/no):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Saved as portfolio_report.csv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046720" cy="2011680"/>
          </a:xfrm>
          <a:prstGeom prst="roundRect">
            <a:avLst>
              <a:gd name="adj" fmla="val 9091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Completed!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Python Programming Internship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3931920" cy="2103120"/>
          </a:xfrm>
          <a:prstGeom prst="roundRect">
            <a:avLst>
              <a:gd name="adj" fmla="val 6522"/>
            </a:avLst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8803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18211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Hangman Game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593592"/>
            <a:ext cx="3474720" cy="1828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6758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used: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· while loop · if-else · strings · lists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2743200"/>
            <a:ext cx="3931920" cy="2103120"/>
          </a:xfrm>
          <a:prstGeom prst="roundRect">
            <a:avLst>
              <a:gd name="adj" fmla="val 6522"/>
            </a:avLst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28803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318211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Portfolio Tracker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0" y="3593592"/>
            <a:ext cx="3474720" cy="1828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36758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used: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39319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· input/output · arithmetic · file handling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www.codealpha.tech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 Tasks - CodeAlpha Internship</dc:title>
  <dc:subject>PptxGenJS Presentation</dc:subject>
  <dc:creator>PptxGenJS</dc:creator>
  <cp:lastModifiedBy>PptxGenJS</cp:lastModifiedBy>
  <cp:revision>1</cp:revision>
  <dcterms:created xsi:type="dcterms:W3CDTF">2026-06-17T05:24:37Z</dcterms:created>
  <dcterms:modified xsi:type="dcterms:W3CDTF">2026-06-17T05:24:37Z</dcterms:modified>
</cp:coreProperties>
</file>